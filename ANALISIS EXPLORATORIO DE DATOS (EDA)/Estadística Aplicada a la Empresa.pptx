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CF6949-5F0D-402C-A38D-F1A4EA9E3CA9}">
  <a:tblStyle styleId="{C1CF6949-5F0D-402C-A38D-F1A4EA9E3CA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63fff1f0c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63fff1f0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35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10" Type="http://schemas.openxmlformats.org/officeDocument/2006/relationships/image" Target="../media/image30.png"/><Relationship Id="rId9" Type="http://schemas.openxmlformats.org/officeDocument/2006/relationships/image" Target="../media/image31.png"/><Relationship Id="rId5" Type="http://schemas.openxmlformats.org/officeDocument/2006/relationships/image" Target="../media/image42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Relationship Id="rId8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3.png"/><Relationship Id="rId5" Type="http://schemas.openxmlformats.org/officeDocument/2006/relationships/image" Target="../media/image29.png"/><Relationship Id="rId6" Type="http://schemas.openxmlformats.org/officeDocument/2006/relationships/image" Target="../media/image40.png"/><Relationship Id="rId7" Type="http://schemas.openxmlformats.org/officeDocument/2006/relationships/image" Target="../media/image39.png"/><Relationship Id="rId8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matemovil.com/variables-cualitativas-y-cuantitativas/" TargetMode="External"/><Relationship Id="rId4" Type="http://schemas.openxmlformats.org/officeDocument/2006/relationships/hyperlink" Target="https://matemovil.com/variables-cualitativas-y-cuantitativas/" TargetMode="External"/><Relationship Id="rId5" Type="http://schemas.openxmlformats.org/officeDocument/2006/relationships/hyperlink" Target="https://trailhead.salesforce.com/es/content/learn/modules/variables-and-field-types/discover-variables-and-field-types" TargetMode="External"/><Relationship Id="rId6" Type="http://schemas.openxmlformats.org/officeDocument/2006/relationships/hyperlink" Target="https://trailhead.salesforce.com/es/content/learn/modules/variables-and-field-types/discover-variables-and-field-type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3950" y="1937444"/>
            <a:ext cx="23241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6050" y="3977573"/>
            <a:ext cx="6819900" cy="15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95387" y="2461319"/>
            <a:ext cx="98012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Estadística y su Uso en la Empresa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729037" y="3253680"/>
            <a:ext cx="4733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Transformando datos en decisiones estratégicas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925603" y="4177605"/>
            <a:ext cx="63407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INTEGRANTES DE LA PRESENTACIÓN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373438" y="4510975"/>
            <a:ext cx="144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Cristhian Córdoba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Josué Varela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Sofia Monge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Xhamely Spencer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79265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98879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52500" y="1979265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Rama de la matemática: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Estudia cómo recolectar, organizar, analizar e interpretar datos de forma sistemática.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2665065"/>
            <a:ext cx="4953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Transformación de información: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 objetivo principal es transformar datos sueltos en información valiosa para la toma de decisiones.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360804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Reducción de riesgo: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Permite minimizar la incertidumbre y fundamentar la visión estratégica de la empresa.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0307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68887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63185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476250"/>
            <a:ext cx="116014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¿Qué es la Estadística Empresarial?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9215"/>
            <a:ext cx="54292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1579215"/>
            <a:ext cx="54292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84265"/>
            <a:ext cx="54292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3884265"/>
            <a:ext cx="542925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09625" y="2417415"/>
            <a:ext cx="25603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Operaciones y Calidad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282699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 de calidad continuo y planificación eficiente de la producción.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429375" y="2417415"/>
            <a:ext cx="21802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Ventas e Inventario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429375" y="282699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Análisis de patrones de venta y administración óptima del inventario.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9625" y="4722465"/>
            <a:ext cx="21602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Gestión del Talento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09625" y="513204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Evaluación objetiva del desempeño y productividad de los empleados.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429375" y="4722465"/>
            <a:ext cx="215026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Mercado y Clientes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429375" y="513204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Estudios de mercado, medición de satisfacción y diseño de campañas de marketing.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189354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5" y="189354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419859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9375" y="419859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571500" y="476250"/>
            <a:ext cx="116014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Principales Usos en la Empresa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4565"/>
            <a:ext cx="3530649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2474565"/>
            <a:ext cx="3530649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2474565"/>
            <a:ext cx="3530649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09625" y="3312765"/>
            <a:ext cx="11101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Población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09625" y="3722340"/>
            <a:ext cx="30543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Conjunto total de elementos estudiados que comparten una característica común. Puede ser finita o infinita según el alcance del estudio.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568874" y="3312765"/>
            <a:ext cx="9301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Muestra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568874" y="3722340"/>
            <a:ext cx="30543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Grupo reducido extraído de la población para realizar un estudio más ágil, práctico y económico.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328124" y="3312765"/>
            <a:ext cx="9501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Variable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328124" y="3722340"/>
            <a:ext cx="30543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Cualquier característica, atributo o propiedad de los elementos que puede ser medible u observable.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78889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8874" y="278889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278889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71500" y="476250"/>
            <a:ext cx="116014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Población, Muestra y Variable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2630566" y="3014662"/>
            <a:ext cx="693086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Clasificación de Variables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2552700" y="3910012"/>
            <a:ext cx="7086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Tipos de variables cuantitativas y cualitativas y su papel en el análisis de datos.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4515"/>
            <a:ext cx="5334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74515"/>
            <a:ext cx="5334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885825" y="2417415"/>
            <a:ext cx="49406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Cualitativa Nominal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85825" y="2865090"/>
            <a:ext cx="4705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Categorías que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poseen un orden preestablecido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No se pueden ordenar de mayor a menor.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85825" y="3674715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Ejemplos típicos: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85825" y="4046190"/>
            <a:ext cx="47053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Género de los clientes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• Método de pago (Efectivo / Tarjeta)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• Marca preferida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• Canal de venta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600825" y="2417415"/>
            <a:ext cx="49406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Cualitativa Ordinal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600825" y="2865090"/>
            <a:ext cx="4705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Categorías que expresan un atributo que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sí sigue un orden lógico o jerarquía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natural.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600825" y="3674715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Ejemplos típicos: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600825" y="4046190"/>
            <a:ext cx="4705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Nivel de satisfacción (Alto, Medio, Bajo)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• Tamaño de presentación de producto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• Frecuencia de compra de clientes únicos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476250"/>
            <a:ext cx="116014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Variables Cualitativas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3102"/>
            <a:ext cx="533400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03102"/>
            <a:ext cx="53340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885825" y="2546002"/>
            <a:ext cx="49406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Cuantitativa Discreta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85825" y="2993677"/>
            <a:ext cx="4705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Representan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cantidades enteras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resultantes de un conteo. No admiten valores intermedios.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85825" y="3803302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Ejemplos típicos: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85825" y="4174777"/>
            <a:ext cx="4705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Número de quejas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• Número de empleados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• Número de artículos comprados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600825" y="2546002"/>
            <a:ext cx="49406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Cuantitativa Continua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600825" y="2993677"/>
            <a:ext cx="4705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Valores numéricos que pueden tomar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cualquier número dentro de un intervalo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continuo.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600825" y="3803302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Ejemplos típicos: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600825" y="4174777"/>
            <a:ext cx="4705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Monto de la compra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• Edad de los clientes / Tiempo de atención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• Peso del producto o Ingresos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476250"/>
            <a:ext cx="116014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Variables Cuantitativas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3152"/>
            <a:ext cx="259080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0900" y="2603152"/>
            <a:ext cx="259080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0300" y="2603152"/>
            <a:ext cx="259080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9700" y="2603152"/>
            <a:ext cx="259080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809625" y="3441352"/>
            <a:ext cx="15301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Confiabilidad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809625" y="3850927"/>
            <a:ext cx="2114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 datos provienen de una fuente segura y auditable.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3629025" y="3441352"/>
            <a:ext cx="147018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Consistencia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3629025" y="3850927"/>
            <a:ext cx="2114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 registros no presentan contradicciones entre sí.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448425" y="3441352"/>
            <a:ext cx="142017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Completitud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448425" y="3850927"/>
            <a:ext cx="21145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Contienen toda la información necesaria para el análisis.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267825" y="3441352"/>
            <a:ext cx="12601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Actualidad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9267825" y="3850927"/>
            <a:ext cx="21145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Están totalmente actualizados para la toma de decisiones.</a:t>
            </a:r>
            <a:endParaRPr/>
          </a:p>
        </p:txBody>
      </p:sp>
      <p:pic>
        <p:nvPicPr>
          <p:cNvPr descr="image.png" id="201" name="Google Shape;2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291747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29025" y="2917477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48425" y="291747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67825" y="291747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571500" y="476250"/>
            <a:ext cx="116014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Calidad de los Datos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71500" y="476250"/>
            <a:ext cx="56007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Caso Práctico: Retail</a:t>
            </a:r>
            <a:endParaRPr/>
          </a:p>
        </p:txBody>
      </p:sp>
      <p:pic>
        <p:nvPicPr>
          <p:cNvPr descr="image.png" id="212" name="Google Shape;2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571500" y="2484090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Cadena de Retail Minorista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71500" y="303654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cadena de comercio minorista vende directamente al consumidor final y busca analizar el comportamiento de compra de sus clientes.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571500" y="406524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Antes de calcular estadísticas, el equipo clasifica las variables disponibles para determinar qué medidas y gráficos analíticos serán los adecuados.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22"/>
          <p:cNvGraphicFramePr/>
          <p:nvPr/>
        </p:nvGraphicFramePr>
        <p:xfrm>
          <a:off x="571500" y="15220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{C1CF6949-5F0D-402C-A38D-F1A4EA9E3CA9}</a:tableStyleId>
              </a:tblPr>
              <a:tblGrid>
                <a:gridCol w="750550"/>
                <a:gridCol w="5719625"/>
                <a:gridCol w="2536925"/>
                <a:gridCol w="2041925"/>
              </a:tblGrid>
              <a:tr h="5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#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Tipo de 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Naturaleza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Número de artículos comprados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Cuantitativa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Productos devueltos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Cuantitativa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Cantidad de clientes / empleados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Cuantitativa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Monto de la compra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Cuantitativa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Edad de los clientes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Cuantitativa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Nivel de satisfacción / Frecuencia de compra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Cualitativa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Categoría de productos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Cualitativa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p22"/>
          <p:cNvSpPr/>
          <p:nvPr/>
        </p:nvSpPr>
        <p:spPr>
          <a:xfrm>
            <a:off x="571500" y="2041177"/>
            <a:ext cx="7505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1322040" y="2041177"/>
            <a:ext cx="57196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7041653" y="2041177"/>
            <a:ext cx="2536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9578578" y="2041177"/>
            <a:ext cx="20419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71500" y="2612677"/>
            <a:ext cx="7505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1322040" y="2612677"/>
            <a:ext cx="57196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7041653" y="2612677"/>
            <a:ext cx="2536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9578578" y="2612677"/>
            <a:ext cx="20419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71500" y="3184177"/>
            <a:ext cx="7505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1322040" y="3184177"/>
            <a:ext cx="57196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7041653" y="3184177"/>
            <a:ext cx="2536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9578578" y="3184177"/>
            <a:ext cx="20419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71500" y="3755677"/>
            <a:ext cx="7505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1322040" y="3755677"/>
            <a:ext cx="57196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7041653" y="3755677"/>
            <a:ext cx="2536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9578578" y="3755677"/>
            <a:ext cx="20419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71500" y="4327177"/>
            <a:ext cx="7505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1322040" y="4327177"/>
            <a:ext cx="57196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7041653" y="4327177"/>
            <a:ext cx="2536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578578" y="4327177"/>
            <a:ext cx="20419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898677"/>
            <a:ext cx="7505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322040" y="4898677"/>
            <a:ext cx="57196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7041653" y="4898677"/>
            <a:ext cx="2536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9578578" y="4898677"/>
            <a:ext cx="20419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571500" y="5470177"/>
            <a:ext cx="7505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1322040" y="5470177"/>
            <a:ext cx="57196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7041653" y="5470177"/>
            <a:ext cx="2536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9578578" y="5470177"/>
            <a:ext cx="20419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71500" y="6041677"/>
            <a:ext cx="7505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1322040" y="6041677"/>
            <a:ext cx="57196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7041653" y="6041677"/>
            <a:ext cx="2536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9578578" y="6041677"/>
            <a:ext cx="20419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9078" y="2188815"/>
            <a:ext cx="8286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9078" y="2760315"/>
            <a:ext cx="8286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69078" y="3331815"/>
            <a:ext cx="8286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69078" y="3903315"/>
            <a:ext cx="9144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69078" y="4474815"/>
            <a:ext cx="9144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69078" y="5046315"/>
            <a:ext cx="8001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69078" y="5617815"/>
            <a:ext cx="8477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571500" y="476250"/>
            <a:ext cx="116016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b="1" lang="en-US" sz="28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ariables disponibles</a:t>
            </a:r>
            <a:endParaRPr b="1" sz="285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5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571500" y="888200"/>
            <a:ext cx="56418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2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ara determinar qué medidas y gráficos analíticos serán los adecuados.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4577"/>
            <a:ext cx="25908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0900" y="2574577"/>
            <a:ext cx="25908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0300" y="2574577"/>
            <a:ext cx="25908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9700" y="2574577"/>
            <a:ext cx="25908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809625" y="3412777"/>
            <a:ext cx="222027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Cualitativa Nominal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09625" y="4136677"/>
            <a:ext cx="2114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Gráfico de barras o gráfico de pastel (circular).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3629025" y="3412777"/>
            <a:ext cx="21602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Cualitativa Ordinal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3629025" y="3822352"/>
            <a:ext cx="2114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Gráfico de barras ordenadas según la jerarquía.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6448425" y="3412777"/>
            <a:ext cx="222027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Cuantitativa Discreta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6448425" y="4136677"/>
            <a:ext cx="2114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Gráfico de barras separadas para valores enteros.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9267825" y="3412777"/>
            <a:ext cx="222027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Cuantitativa Continua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9267825" y="4136677"/>
            <a:ext cx="2114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Histograma de frecuencias para visualizar rangos.</a:t>
            </a:r>
            <a:endParaRPr/>
          </a:p>
        </p:txBody>
      </p:sp>
      <p:pic>
        <p:nvPicPr>
          <p:cNvPr descr="image.png" id="280" name="Google Shape;28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288890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29025" y="288890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48425" y="288890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67825" y="288890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571500" y="476250"/>
            <a:ext cx="116014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Selección de Gráficos por Tipo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1510426" y="2376487"/>
            <a:ext cx="9171146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¿Preguntas o Comentarios?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4481512" y="3433762"/>
            <a:ext cx="3228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¡Muchas gracias por su atención!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4824412" y="4271962"/>
            <a:ext cx="25431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Estadística y su Uso en la Empresa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 txBox="1"/>
          <p:nvPr/>
        </p:nvSpPr>
        <p:spPr>
          <a:xfrm>
            <a:off x="1510501" y="835662"/>
            <a:ext cx="917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Referencias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1428875" y="2645883"/>
            <a:ext cx="91710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Matemóvil. (2015, 29 de enero).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cualitativas y cuantitativas, ejemplos y ejercicios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https://matemovil.com/variables-cualitativas-y-cuantitativas/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Salesforce. (s. f.).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Descubrir variables y tipos de campo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Trailhead.</a:t>
            </a:r>
            <a:r>
              <a:rPr lang="en-US" sz="2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https://trailhead.salesforce.com/es/content/learn/modules/variables-and-field-types/discover-variables-and-field-type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/>
          <p:nvPr/>
        </p:nvSpPr>
        <p:spPr>
          <a:xfrm>
            <a:off x="795337" y="3022252"/>
            <a:ext cx="10601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795337" y="3784252"/>
            <a:ext cx="106013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795337" y="3784252"/>
            <a:ext cx="106013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7" name="Google Shape;30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337" y="31651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1890712" y="3172271"/>
            <a:ext cx="95059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https://dashthis.com/media/4142/data-visualization-dashboard-google-analytics.png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1890712" y="3405633"/>
            <a:ext cx="9505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dashthis.com</a:t>
            </a:r>
            <a:endParaRPr/>
          </a:p>
        </p:txBody>
      </p:sp>
      <p:pic>
        <p:nvPicPr>
          <p:cNvPr descr="image.png" id="310" name="Google Shape;31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337" y="39366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6"/>
          <p:cNvSpPr txBox="1"/>
          <p:nvPr/>
        </p:nvSpPr>
        <p:spPr>
          <a:xfrm>
            <a:off x="1890712" y="3943796"/>
            <a:ext cx="95059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https://cdn.sanity.io/images/cf7nlx1m/production/9853ec12f5cc7506adab250a7260a74789604853-5760x3751.jpg?rect=1,0,5758,3751&amp;w=1400&amp;h=912&amp;auto=format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1890712" y="4177158"/>
            <a:ext cx="9505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www.onitio.com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571500" y="476250"/>
            <a:ext cx="116014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